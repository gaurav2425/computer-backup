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6" r:id="rId6"/>
  </p:sldIdLst>
  <p:sldSz cx="18288000" cy="10287000"/>
  <p:notesSz cx="6858000" cy="9144000"/>
  <p:embeddedFontLst>
    <p:embeddedFont>
      <p:font typeface="Inter" charset="1" panose="020B0502030000000004"/>
      <p:regular r:id="rId10"/>
    </p:embeddedFont>
    <p:embeddedFont>
      <p:font typeface="Inter Light" charset="1" panose="02000503000000020004"/>
      <p:regular r:id="rId11"/>
    </p:embeddedFont>
    <p:embeddedFont>
      <p:font typeface="Inter Bold" charset="1" panose="020B0802030000000004"/>
      <p:regular r:id="rId12"/>
    </p:embeddedFont>
    <p:embeddedFont>
      <p:font typeface="Arial" charset="1" panose="020B05020202020202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2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21875" y="9534525"/>
            <a:ext cx="454583" cy="466725"/>
          </a:xfrm>
          <a:custGeom>
            <a:avLst/>
            <a:gdLst/>
            <a:ahLst/>
            <a:cxnLst/>
            <a:rect r="r" b="b" t="t" l="l"/>
            <a:pathLst>
              <a:path h="466725" w="454583">
                <a:moveTo>
                  <a:pt x="0" y="0"/>
                </a:moveTo>
                <a:lnTo>
                  <a:pt x="454583" y="0"/>
                </a:lnTo>
                <a:lnTo>
                  <a:pt x="454583" y="466725"/>
                </a:lnTo>
                <a:lnTo>
                  <a:pt x="0" y="4667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3924" y="9706866"/>
            <a:ext cx="994082" cy="270000"/>
            <a:chOff x="0" y="0"/>
            <a:chExt cx="1325442" cy="36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25442" cy="360000"/>
            </a:xfrm>
            <a:custGeom>
              <a:avLst/>
              <a:gdLst/>
              <a:ahLst/>
              <a:cxnLst/>
              <a:rect r="r" b="b" t="t" l="l"/>
              <a:pathLst>
                <a:path h="360000" w="1325442">
                  <a:moveTo>
                    <a:pt x="0" y="0"/>
                  </a:moveTo>
                  <a:lnTo>
                    <a:pt x="1325442" y="0"/>
                  </a:lnTo>
                  <a:lnTo>
                    <a:pt x="1325442" y="360000"/>
                  </a:lnTo>
                  <a:lnTo>
                    <a:pt x="0" y="36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325442" cy="3695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Page ‹#›</a:t>
              </a:r>
            </a:p>
          </p:txBody>
        </p:sp>
      </p:grpSp>
      <p:sp>
        <p:nvSpPr>
          <p:cNvPr name="AutoShape 6" id="6"/>
          <p:cNvSpPr/>
          <p:nvPr/>
        </p:nvSpPr>
        <p:spPr>
          <a:xfrm rot="5957">
            <a:off x="900102" y="1352100"/>
            <a:ext cx="16490026" cy="0"/>
          </a:xfrm>
          <a:prstGeom prst="line">
            <a:avLst/>
          </a:prstGeom>
          <a:ln cap="rnd" w="19050">
            <a:solidFill>
              <a:srgbClr val="FFE6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880029" y="467669"/>
            <a:ext cx="16125554" cy="765369"/>
            <a:chOff x="0" y="0"/>
            <a:chExt cx="21500738" cy="10204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500739" cy="1020491"/>
            </a:xfrm>
            <a:custGeom>
              <a:avLst/>
              <a:gdLst/>
              <a:ahLst/>
              <a:cxnLst/>
              <a:rect r="r" b="b" t="t" l="l"/>
              <a:pathLst>
                <a:path h="1020491" w="21500739">
                  <a:moveTo>
                    <a:pt x="0" y="0"/>
                  </a:moveTo>
                  <a:lnTo>
                    <a:pt x="21500739" y="0"/>
                  </a:lnTo>
                  <a:lnTo>
                    <a:pt x="21500739" y="1020491"/>
                  </a:lnTo>
                  <a:lnTo>
                    <a:pt x="0" y="10204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66675"/>
              <a:ext cx="21500738" cy="95381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95"/>
                </a:lnSpc>
              </a:pPr>
              <a:r>
                <a:rPr lang="en-US" sz="3525">
                  <a:solidFill>
                    <a:srgbClr val="FFFFF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Mobile App Developer– React Native </a:t>
              </a:r>
              <a:r>
                <a:rPr lang="en-US" sz="352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– Deepak Chaudhary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859538" y="5108148"/>
          <a:ext cx="7474832" cy="4562475"/>
        </p:xfrm>
        <a:graphic>
          <a:graphicData uri="http://schemas.openxmlformats.org/drawingml/2006/table">
            <a:tbl>
              <a:tblPr/>
              <a:tblGrid>
                <a:gridCol w="7474832"/>
              </a:tblGrid>
              <a:tr h="61087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340"/>
                        </a:lnSpc>
                        <a:defRPr/>
                      </a:pPr>
                      <a:r>
                        <a:rPr lang="en-US" b="true" sz="1950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Experience Summary – 3+ Years</a:t>
                      </a:r>
                      <a:endParaRPr lang="en-US" sz="1100"/>
                    </a:p>
                  </a:txBody>
                  <a:tcPr marL="85375" marR="85375" marT="85375" marB="85375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00"/>
                    </a:solidFill>
                  </a:tcPr>
                </a:tc>
              </a:tr>
              <a:tr h="3951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 Experienced React Native Developer with in-depth knowledge of mobile and web application development. Skilled in building scalable, high-performance applications with React Native, React.js, and Redux Toolkit, along with expertise in integrating third-party APIs and managing state efficiently. Strong backend understanding with hands-on experience in Go (Golang), Node.js, and SQL.</a:t>
                      </a:r>
                      <a:endParaRPr lang="en-US" sz="1100"/>
                    </a:p>
                    <a:p>
                      <a:pPr algn="l">
                        <a:lnSpc>
                          <a:spcPts val="2159"/>
                        </a:lnSpc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  <a:p>
                      <a:pPr algn="l">
                        <a:lnSpc>
                          <a:spcPts val="2159"/>
                        </a:lnSpc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Having worked in startup environments, I am adept at handling tight deadlines and fast-paced development cycles, quickly adapting to project requirements while maintaining high-quality standards. Passionate about learning and implementing new technologies as per project needs, ensuring optimal solutions and innovation-driven development.</a:t>
                      </a:r>
                    </a:p>
                    <a:p>
                      <a:pPr algn="l">
                        <a:lnSpc>
                          <a:spcPts val="1919"/>
                        </a:lnSpc>
                      </a:pPr>
                    </a:p>
                  </a:txBody>
                  <a:tcPr marL="85375" marR="85375" marT="85375" marB="85375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552700" y="1476820"/>
          <a:ext cx="7781669" cy="609600"/>
        </p:xfrm>
        <a:graphic>
          <a:graphicData uri="http://schemas.openxmlformats.org/drawingml/2006/table">
            <a:tbl>
              <a:tblPr/>
              <a:tblGrid>
                <a:gridCol w="2374399"/>
                <a:gridCol w="5407271"/>
              </a:tblGrid>
              <a:tr h="609600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16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Proposed Position:</a:t>
                      </a:r>
                      <a:endParaRPr lang="en-US" sz="1100"/>
                    </a:p>
                  </a:txBody>
                  <a:tcPr marL="98750" marR="98750" marT="98750" marB="987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16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Mobile App Developer</a:t>
                      </a:r>
                      <a:endParaRPr lang="en-US" sz="1100"/>
                    </a:p>
                  </a:txBody>
                  <a:tcPr marL="98750" marR="98750" marT="98750" marB="987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00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8705479" y="1375913"/>
          <a:ext cx="9212682" cy="8158612"/>
        </p:xfrm>
        <a:graphic>
          <a:graphicData uri="http://schemas.openxmlformats.org/drawingml/2006/table">
            <a:tbl>
              <a:tblPr/>
              <a:tblGrid>
                <a:gridCol w="9212682"/>
              </a:tblGrid>
              <a:tr h="5856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Relevant Experience</a:t>
                      </a:r>
                      <a:endParaRPr lang="en-US" sz="1100"/>
                    </a:p>
                  </a:txBody>
                  <a:tcPr marL="72000" marR="72000" marT="72000" marB="72000" anchor="ctr">
                    <a:lnL cmpd="sng" algn="ctr" cap="flat" w="9525">
                      <a:solidFill>
                        <a:srgbClr val="757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57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57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00"/>
                    </a:solidFill>
                  </a:tcPr>
                </a:tc>
              </a:tr>
              <a:tr h="7572924">
                <a:tc>
                  <a:txBody>
                    <a:bodyPr anchor="t" rtlCol="false"/>
                    <a:lstStyle/>
                    <a:p>
                      <a:pPr algn="l" marL="325526" indent="-162763" lvl="1">
                        <a:lnSpc>
                          <a:spcPts val="2160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800">
                          <a:solidFill>
                            <a:srgbClr val="FFE6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Associate Engineer • Block Stack Pvt Ltd </a:t>
                      </a:r>
                      <a:r>
                        <a:rPr lang="en-US" b="true" sz="1800">
                          <a:solidFill>
                            <a:srgbClr val="FFE6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(Dec 2022 - Current )</a:t>
                      </a:r>
                      <a:endParaRPr lang="en-US" sz="1100"/>
                    </a:p>
                    <a:p>
                      <a:pPr algn="l" marL="325755" indent="-162878" lvl="1">
                        <a:lnSpc>
                          <a:spcPts val="2160"/>
                        </a:lnSpc>
                      </a:pPr>
                    </a:p>
                    <a:p>
                      <a:pPr algn="l" marL="1036323" indent="-259081" lvl="3">
                        <a:lnSpc>
                          <a:spcPts val="1920"/>
                        </a:lnSpc>
                        <a:buFont typeface="Arial"/>
                        <a:buChar char="￭"/>
                      </a:pPr>
                      <a:r>
                        <a:rPr lang="en-US" b="true" sz="1600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Payment application: </a:t>
                      </a:r>
                      <a:r>
                        <a:rPr lang="en-US" sz="16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Built a Payment application for transferring fiat(bank to bank) and crypto currencies(to any crypto wallet globally) integrating features like fund transfer/deposit, bill splitting and scheduling payments</a:t>
                      </a:r>
                      <a:r>
                        <a:rPr lang="en-US" b="true" sz="1600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.</a:t>
                      </a:r>
                    </a:p>
                    <a:p>
                      <a:pPr algn="l" marL="1036323" indent="-259081" lvl="3">
                        <a:lnSpc>
                          <a:spcPts val="1920"/>
                        </a:lnSpc>
                        <a:buFont typeface="Arial"/>
                        <a:buChar char="￭"/>
                      </a:pPr>
                      <a:r>
                        <a:rPr lang="en-US" b="true" sz="1600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CRM mobile app:</a:t>
                      </a:r>
                      <a:r>
                        <a:rPr lang="en-US" sz="16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Built a Customer relationship management app with features such as account, lead ,contact, calls, meeting, purchase and product for providing user a smooth crm experience for android and Ios devices</a:t>
                      </a:r>
                      <a:r>
                        <a:rPr lang="en-US" sz="1600">
                          <a:solidFill>
                            <a:srgbClr val="FFD2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.</a:t>
                      </a:r>
                    </a:p>
                    <a:p>
                      <a:pPr algn="l" marL="1036323" indent="-259081" lvl="3">
                        <a:lnSpc>
                          <a:spcPts val="1920"/>
                        </a:lnSpc>
                        <a:buFont typeface="Arial"/>
                        <a:buChar char="￭"/>
                      </a:pPr>
                      <a:r>
                        <a:rPr lang="en-US" b="true" sz="1600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Crypto Wallet mobile app:</a:t>
                      </a:r>
                      <a:r>
                        <a:rPr lang="en-US" sz="16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Built a crypto wallet appliction where user can create wallet and hold and transfer crypto currencies, worked on onboarding of new user and crypto transaction app.</a:t>
                      </a:r>
                    </a:p>
                    <a:p>
                      <a:pPr algn="l" marL="1036323" indent="-259081" lvl="3">
                        <a:lnSpc>
                          <a:spcPts val="1920"/>
                        </a:lnSpc>
                        <a:buFont typeface="Arial"/>
                        <a:buChar char="￭"/>
                      </a:pPr>
                      <a:r>
                        <a:rPr lang="en-US" b="true" sz="1600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Collaborated with cross-functional teams,</a:t>
                      </a:r>
                      <a:r>
                        <a:rPr lang="en-US" sz="16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including designers and backend developers, to ensure smooth development, troubleshoot technical issues, and maintain high-quality app performance.</a:t>
                      </a:r>
                    </a:p>
                    <a:p>
                      <a:pPr algn="l" marL="1036323" indent="-259081" lvl="3">
                        <a:lnSpc>
                          <a:spcPts val="1920"/>
                        </a:lnSpc>
                        <a:buFont typeface="Arial"/>
                        <a:buChar char="￭"/>
                      </a:pPr>
                      <a:r>
                        <a:rPr lang="en-US" b="true" sz="1600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Third-Party API Integration –</a:t>
                      </a:r>
                      <a:r>
                        <a:rPr lang="en-US" sz="16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Integrated payment gateways (Razorpay), backend services, and blockchain functionalities into mobile and web applications</a:t>
                      </a:r>
                      <a:r>
                        <a:rPr lang="en-US" b="true" sz="1600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.</a:t>
                      </a:r>
                    </a:p>
                    <a:p>
                      <a:pPr algn="l" marL="1036323" indent="-259081" lvl="3">
                        <a:lnSpc>
                          <a:spcPts val="1920"/>
                        </a:lnSpc>
                        <a:buFont typeface="Arial"/>
                        <a:buChar char="￭"/>
                      </a:pPr>
                      <a:r>
                        <a:rPr lang="en-US" b="true" sz="1600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Agile methodologies,</a:t>
                      </a:r>
                      <a:r>
                        <a:rPr lang="en-US" sz="16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quickly adapting to changes and delivering results within strict deadlines.</a:t>
                      </a:r>
                    </a:p>
                    <a:p>
                      <a:pPr algn="l">
                        <a:lnSpc>
                          <a:spcPts val="1920"/>
                        </a:lnSpc>
                      </a:pPr>
                    </a:p>
                    <a:p>
                      <a:pPr algn="l" marL="345441" indent="-172721" lvl="1">
                        <a:lnSpc>
                          <a:spcPts val="1920"/>
                        </a:lnSpc>
                        <a:buFont typeface="Arial"/>
                        <a:buChar char="•"/>
                      </a:pPr>
                      <a:r>
                        <a:rPr lang="en-US" b="true" sz="1600">
                          <a:solidFill>
                            <a:srgbClr val="FFD2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Developer Mobile Solution Publicis Sapient • (Nov 2021 - Dec 2022 )</a:t>
                      </a:r>
                    </a:p>
                    <a:p>
                      <a:pPr algn="l" marL="1036323" indent="-259081" lvl="3">
                        <a:lnSpc>
                          <a:spcPts val="1920"/>
                        </a:lnSpc>
                        <a:buFont typeface="Arial"/>
                        <a:buChar char="￭"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Developed a React Native mobile application for ”The Children’s Place,” a leading children’s apparel and accessories brand, targeting both iOS and Android platforms.</a:t>
                      </a:r>
                    </a:p>
                    <a:p>
                      <a:pPr algn="l" marL="1036323" indent="-259081" lvl="3">
                        <a:lnSpc>
                          <a:spcPts val="1920"/>
                        </a:lnSpc>
                        <a:buFont typeface="Arial"/>
                        <a:buChar char="￭"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Implemented responsive UI components using React Native, ensuring seamless user experiences across different screen sizes and orientations.</a:t>
                      </a:r>
                    </a:p>
                    <a:p>
                      <a:pPr algn="l" marL="1036323" indent="-259081" lvl="3">
                        <a:lnSpc>
                          <a:spcPts val="1920"/>
                        </a:lnSpc>
                        <a:buFont typeface="Arial"/>
                        <a:buChar char="￭"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Utilized Redux to manage state for seamless data flow between components, enhancing the overall user experience.</a:t>
                      </a:r>
                    </a:p>
                    <a:p>
                      <a:pPr algn="l">
                        <a:lnSpc>
                          <a:spcPts val="1920"/>
                        </a:lnSpc>
                      </a:pPr>
                    </a:p>
                  </a:txBody>
                  <a:tcPr marL="72000" marR="72000" marT="72000" marB="720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AutoShape 13" id="13"/>
          <p:cNvSpPr/>
          <p:nvPr/>
        </p:nvSpPr>
        <p:spPr>
          <a:xfrm rot="5394485">
            <a:off x="4068355" y="5840382"/>
            <a:ext cx="8907535" cy="0"/>
          </a:xfrm>
          <a:prstGeom prst="line">
            <a:avLst/>
          </a:prstGeom>
          <a:ln cap="rnd" w="9525">
            <a:solidFill>
              <a:srgbClr val="FFE6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2777898" y="2124520"/>
          <a:ext cx="5556471" cy="2629565"/>
        </p:xfrm>
        <a:graphic>
          <a:graphicData uri="http://schemas.openxmlformats.org/drawingml/2006/table">
            <a:tbl>
              <a:tblPr/>
              <a:tblGrid>
                <a:gridCol w="2009011"/>
                <a:gridCol w="3547461"/>
              </a:tblGrid>
              <a:tr h="67369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Name</a:t>
                      </a:r>
                      <a:endParaRPr lang="en-US" sz="1100"/>
                    </a:p>
                  </a:txBody>
                  <a:tcPr marL="97200" marR="97200" marT="97200" marB="97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Deepak Chaudhary</a:t>
                      </a:r>
                      <a:endParaRPr lang="en-US" sz="1100"/>
                    </a:p>
                  </a:txBody>
                  <a:tcPr marL="97200" marR="97200" marT="97200" marB="97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793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Educational </a:t>
                      </a:r>
                      <a:endParaRPr lang="en-US" sz="1100"/>
                    </a:p>
                    <a:p>
                      <a:pPr algn="l">
                        <a:lnSpc>
                          <a:spcPts val="2160"/>
                        </a:lnSpc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Qualification</a:t>
                      </a:r>
                    </a:p>
                  </a:txBody>
                  <a:tcPr marL="97200" marR="97200" marT="97200" marB="97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B.Tech(CSE) 2017-21</a:t>
                      </a:r>
                      <a:endParaRPr lang="en-US" sz="1100"/>
                    </a:p>
                  </a:txBody>
                  <a:tcPr marL="97200" marR="97200" marT="97200" marB="97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793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Experience</a:t>
                      </a:r>
                      <a:endParaRPr lang="en-US" sz="1100"/>
                    </a:p>
                  </a:txBody>
                  <a:tcPr marL="97200" marR="97200" marT="97200" marB="97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React Native, ReactJS, Redux, Javascript, Android, Ios, </a:t>
                      </a:r>
                      <a:endParaRPr lang="en-US" sz="1100"/>
                    </a:p>
                  </a:txBody>
                  <a:tcPr marL="97200" marR="97200" marT="97200" marB="97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15" id="15"/>
          <p:cNvSpPr/>
          <p:nvPr/>
        </p:nvSpPr>
        <p:spPr>
          <a:xfrm flipH="false" flipV="false" rot="0">
            <a:off x="552700" y="2169843"/>
            <a:ext cx="2225198" cy="2498991"/>
          </a:xfrm>
          <a:custGeom>
            <a:avLst/>
            <a:gdLst/>
            <a:ahLst/>
            <a:cxnLst/>
            <a:rect r="r" b="b" t="t" l="l"/>
            <a:pathLst>
              <a:path h="2498991" w="2225198">
                <a:moveTo>
                  <a:pt x="0" y="0"/>
                </a:moveTo>
                <a:lnTo>
                  <a:pt x="2225198" y="0"/>
                </a:lnTo>
                <a:lnTo>
                  <a:pt x="2225198" y="2498991"/>
                </a:lnTo>
                <a:lnTo>
                  <a:pt x="0" y="24989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9165" r="0" b="-9165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DAGhbqqCsC4</dc:identifier>
  <dcterms:modified xsi:type="dcterms:W3CDTF">2011-08-01T06:04:30Z</dcterms:modified>
  <cp:revision>1</cp:revision>
  <dc:title>MobileAppDeveloper_Resume_Deepak_CHAUDHARYpptx</dc:title>
</cp:coreProperties>
</file>