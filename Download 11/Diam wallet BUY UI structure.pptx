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40" d="100"/>
          <a:sy n="140" d="100"/>
        </p:scale>
        <p:origin x="-1304" y="-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098A-DD35-BF1C-D6D0-50361BF43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F0FA4-4526-467B-62A7-0A7EA9F16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08AD1-6205-53C0-E01E-25934F66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02AF0-B164-712F-5939-35C3EA46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F54A-0581-5F7B-F2C3-DBF99905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9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2B952-F51B-3DE3-382A-AF7A96DA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38A94-94B9-053C-08C1-273E90F89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9D11-F0EE-5F73-94DF-01A9B034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6209F-DACF-7E3E-AF95-79D03A89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AA9DE-F8BE-7FC3-4CBF-130B79AC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3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BA4D-ADD4-440F-E962-82F808E2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D1B53-5CCD-1425-27F8-2EC6DF92F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DE70-64E9-DB1C-056F-E3D958B3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D73AC-617E-3CC0-F050-252C309E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0E33D-3595-B0F6-B3F7-91A0401DB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2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D6E7-9FED-381A-E264-083F6E46F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F9DE7-26C6-1B8E-FA4D-37064AA2D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2BD0D-B055-2DF7-3C20-C301BD66F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92E01-5D0D-AA43-CBDF-D71EDD0C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462F1-DA15-E133-8067-4CA26489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171F-E868-D39E-5FD9-C6D98E54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1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25F7-503A-59D0-F16A-8291FEB5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1BA0D-866D-5F0B-5690-7E51CADF6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A48F1-4B98-9133-2068-0A5726877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5E5AF-AF38-24C2-07ED-8041EE4FF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4499E-1145-6C7F-8A76-F3D226AAA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80493C-B5A5-2741-C5AD-E8CA8616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B5DB1-98D6-0D8F-3166-2F52BCF7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B25DF-F5C1-959F-23B6-340418FF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7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EFD1-684B-C331-BD0C-A787F3EB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D56FA-8B76-AC78-31FF-0A25D10F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F15F8-7271-B4B7-ED9E-E712018E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B35E5-9D9F-8204-34D6-03812A6A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5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E30D4-AA5F-C47C-3730-DB13E241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23922-33C0-7EF1-8F00-6ABDFB94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DC2E7-8851-8372-22E6-8FF2D516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4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9CBB-EF3E-A8E5-B2A2-7808A7D5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1103A-0E00-4D44-5BC2-FAB07E03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AF380-E1FE-891F-61C2-E332A6723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3C7AE-2A55-3EEA-7416-1619539E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4CD1D-A076-BE31-8F87-859D8913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818E4-FEEE-9662-E557-71641ACF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9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98DA-2ABF-5378-CF9C-DCB765D8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44C9-03CB-6804-980D-C64FA8B1A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71E69-0210-DFFB-97B4-560182A49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51F81-4FCF-E36F-FFB5-69C0784A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92879-DFC8-2C8E-70ED-20857CBF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9B5A2-BB9D-423C-C9D6-0209F89A6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0FEE-7B58-B032-FEE5-588E7904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2A07D-0504-DE4D-1F2D-7444BFB04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8725D-1E74-6065-AC51-E46C7D57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07764-C8FF-6AA0-EE7C-0FA6A34C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B8166-A7F7-76E6-5729-445FBF41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7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22B03D-BD9F-31B7-C781-CB805B74E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D83A7-99F0-609B-1373-7C71440FC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7845-F66B-F47A-11DC-B96DFF24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79356-C3A6-2E07-1F74-C9CE228A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93886-17B4-5F41-30DC-E46C4889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9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A9E2C-5108-3F3C-711E-BC96D3B1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22E46-7D55-B6DE-6007-D66BEFC03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64DC-4027-759D-948F-31AC40E5F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FC42A-986B-0E4E-9FFC-4B97DE2CF427}" type="datetimeFigureOut">
              <a:rPr lang="en-US" smtClean="0"/>
              <a:t>5/8/23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01C87-5459-D432-0C8D-32BAA49A1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13614-CD26-6CB1-9B8D-BD0A44EF8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AC665-5F82-C441-8314-FA1A8E661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6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87D7DF-1453-4D2C-DE99-49D97CCD6562}"/>
              </a:ext>
            </a:extLst>
          </p:cNvPr>
          <p:cNvSpPr/>
          <p:nvPr/>
        </p:nvSpPr>
        <p:spPr>
          <a:xfrm>
            <a:off x="1817914" y="217714"/>
            <a:ext cx="2623457" cy="6543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495162-162E-84C4-814D-77B7DBF63C7E}"/>
              </a:ext>
            </a:extLst>
          </p:cNvPr>
          <p:cNvSpPr/>
          <p:nvPr/>
        </p:nvSpPr>
        <p:spPr>
          <a:xfrm>
            <a:off x="1945823" y="1295400"/>
            <a:ext cx="370114" cy="3918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79E336-FC73-B296-B7CE-F7635DB0C894}"/>
              </a:ext>
            </a:extLst>
          </p:cNvPr>
          <p:cNvSpPr/>
          <p:nvPr/>
        </p:nvSpPr>
        <p:spPr>
          <a:xfrm>
            <a:off x="2578554" y="1306286"/>
            <a:ext cx="370114" cy="3918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61DDE-EEEC-F2CD-6763-4A4F276AEFD2}"/>
              </a:ext>
            </a:extLst>
          </p:cNvPr>
          <p:cNvSpPr/>
          <p:nvPr/>
        </p:nvSpPr>
        <p:spPr>
          <a:xfrm>
            <a:off x="3214006" y="1306286"/>
            <a:ext cx="370114" cy="3918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00A5D7-021D-6AB0-EC01-B87090DFFD14}"/>
              </a:ext>
            </a:extLst>
          </p:cNvPr>
          <p:cNvSpPr/>
          <p:nvPr/>
        </p:nvSpPr>
        <p:spPr>
          <a:xfrm>
            <a:off x="3897085" y="1295400"/>
            <a:ext cx="370114" cy="3918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B770A5-68BA-7482-12E0-C78AFD48FC62}"/>
              </a:ext>
            </a:extLst>
          </p:cNvPr>
          <p:cNvSpPr/>
          <p:nvPr/>
        </p:nvSpPr>
        <p:spPr>
          <a:xfrm>
            <a:off x="4808764" y="217714"/>
            <a:ext cx="2623457" cy="6543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27BD1-8F4F-F285-B22C-ED933C282E11}"/>
              </a:ext>
            </a:extLst>
          </p:cNvPr>
          <p:cNvSpPr/>
          <p:nvPr/>
        </p:nvSpPr>
        <p:spPr>
          <a:xfrm>
            <a:off x="4808764" y="217714"/>
            <a:ext cx="2623457" cy="391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 Button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BFD1C1-785F-082C-693A-35D994E26164}"/>
              </a:ext>
            </a:extLst>
          </p:cNvPr>
          <p:cNvSpPr txBox="1"/>
          <p:nvPr/>
        </p:nvSpPr>
        <p:spPr>
          <a:xfrm>
            <a:off x="4859110" y="664277"/>
            <a:ext cx="1163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Buy Diam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5E9D9F-B567-B07D-06F7-6D4809923EB5}"/>
              </a:ext>
            </a:extLst>
          </p:cNvPr>
          <p:cNvSpPr/>
          <p:nvPr/>
        </p:nvSpPr>
        <p:spPr>
          <a:xfrm>
            <a:off x="6515099" y="754163"/>
            <a:ext cx="141514" cy="1463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9A841-5F86-ECBC-196B-34EC6EA59459}"/>
              </a:ext>
            </a:extLst>
          </p:cNvPr>
          <p:cNvSpPr txBox="1"/>
          <p:nvPr/>
        </p:nvSpPr>
        <p:spPr>
          <a:xfrm>
            <a:off x="6658653" y="696510"/>
            <a:ext cx="6545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ERC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740524-2885-3BDC-CFD4-2B8624BA53E4}"/>
              </a:ext>
            </a:extLst>
          </p:cNvPr>
          <p:cNvSpPr/>
          <p:nvPr/>
        </p:nvSpPr>
        <p:spPr>
          <a:xfrm>
            <a:off x="4951298" y="1770210"/>
            <a:ext cx="2338387" cy="337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USDT </a:t>
            </a:r>
            <a:r>
              <a:rPr lang="en-US" sz="800" dirty="0"/>
              <a:t>(Drop </a:t>
            </a:r>
            <a:r>
              <a:rPr lang="en-US" sz="800" dirty="0" err="1"/>
              <a:t>Dopdown</a:t>
            </a:r>
            <a:r>
              <a:rPr lang="en-US" sz="800" dirty="0"/>
              <a:t>)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177AAF-1626-A52C-FD9A-52185F62D706}"/>
              </a:ext>
            </a:extLst>
          </p:cNvPr>
          <p:cNvSpPr/>
          <p:nvPr/>
        </p:nvSpPr>
        <p:spPr>
          <a:xfrm>
            <a:off x="4967489" y="2269612"/>
            <a:ext cx="2338387" cy="337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18 Months (Drop </a:t>
            </a:r>
            <a:r>
              <a:rPr lang="en-US" sz="1200" dirty="0" err="1"/>
              <a:t>Dopdown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9369C7-4F17-699A-E7FF-5E98E251579E}"/>
              </a:ext>
            </a:extLst>
          </p:cNvPr>
          <p:cNvSpPr/>
          <p:nvPr/>
        </p:nvSpPr>
        <p:spPr>
          <a:xfrm>
            <a:off x="4951298" y="2827679"/>
            <a:ext cx="2338387" cy="337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Promo Code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DE598F-7412-6BF0-4F03-E04E28C90D7B}"/>
              </a:ext>
            </a:extLst>
          </p:cNvPr>
          <p:cNvSpPr/>
          <p:nvPr/>
        </p:nvSpPr>
        <p:spPr>
          <a:xfrm>
            <a:off x="4951298" y="3429211"/>
            <a:ext cx="1563802" cy="337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93460 (View Box only)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59D138-DD16-AE7D-34BA-400F81BDAC0D}"/>
              </a:ext>
            </a:extLst>
          </p:cNvPr>
          <p:cNvSpPr/>
          <p:nvPr/>
        </p:nvSpPr>
        <p:spPr>
          <a:xfrm>
            <a:off x="6585856" y="3429211"/>
            <a:ext cx="703829" cy="337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0.03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DA454-86CE-2310-F375-F64D83FBB589}"/>
              </a:ext>
            </a:extLst>
          </p:cNvPr>
          <p:cNvSpPr/>
          <p:nvPr/>
        </p:nvSpPr>
        <p:spPr>
          <a:xfrm>
            <a:off x="4951298" y="3957022"/>
            <a:ext cx="2338387" cy="337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Receiver Address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3013AC-49B9-15CA-F971-109CE535E2BE}"/>
              </a:ext>
            </a:extLst>
          </p:cNvPr>
          <p:cNvSpPr/>
          <p:nvPr/>
        </p:nvSpPr>
        <p:spPr>
          <a:xfrm>
            <a:off x="4926806" y="6269722"/>
            <a:ext cx="2338387" cy="337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Submit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98013B-21B4-0AE8-A921-95DB0D7FF349}"/>
              </a:ext>
            </a:extLst>
          </p:cNvPr>
          <p:cNvSpPr/>
          <p:nvPr/>
        </p:nvSpPr>
        <p:spPr>
          <a:xfrm>
            <a:off x="7924802" y="306306"/>
            <a:ext cx="2394856" cy="64552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E5F88-2FA2-6501-0E55-AECA783C9DE1}"/>
              </a:ext>
            </a:extLst>
          </p:cNvPr>
          <p:cNvSpPr/>
          <p:nvPr/>
        </p:nvSpPr>
        <p:spPr>
          <a:xfrm>
            <a:off x="7924802" y="217714"/>
            <a:ext cx="2394856" cy="272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 Button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E26D38-590F-1A60-DFC3-C23F3FF4A0BE}"/>
              </a:ext>
            </a:extLst>
          </p:cNvPr>
          <p:cNvSpPr txBox="1"/>
          <p:nvPr/>
        </p:nvSpPr>
        <p:spPr>
          <a:xfrm>
            <a:off x="7985012" y="593865"/>
            <a:ext cx="106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Buy Diam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62112F-101D-4FA9-5987-122ABBEA7E54}"/>
              </a:ext>
            </a:extLst>
          </p:cNvPr>
          <p:cNvSpPr/>
          <p:nvPr/>
        </p:nvSpPr>
        <p:spPr>
          <a:xfrm>
            <a:off x="8067336" y="1063297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$ 5,000.00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BEF3C1-61D0-BFB0-5AAE-F67BF604BEF7}"/>
              </a:ext>
            </a:extLst>
          </p:cNvPr>
          <p:cNvSpPr/>
          <p:nvPr/>
        </p:nvSpPr>
        <p:spPr>
          <a:xfrm>
            <a:off x="4951298" y="1188136"/>
            <a:ext cx="2338387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$ 5,000.00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D885C7-2032-EDB4-DFBC-C70C37D6752C}"/>
              </a:ext>
            </a:extLst>
          </p:cNvPr>
          <p:cNvSpPr txBox="1"/>
          <p:nvPr/>
        </p:nvSpPr>
        <p:spPr>
          <a:xfrm>
            <a:off x="7985013" y="835347"/>
            <a:ext cx="10620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Invested Amount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FBD8B9-B838-5843-FA02-3AAF622E7032}"/>
              </a:ext>
            </a:extLst>
          </p:cNvPr>
          <p:cNvSpPr/>
          <p:nvPr/>
        </p:nvSpPr>
        <p:spPr>
          <a:xfrm>
            <a:off x="8067336" y="1566120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18 months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4C0884-45B3-36C5-A806-F3411576431F}"/>
              </a:ext>
            </a:extLst>
          </p:cNvPr>
          <p:cNvSpPr txBox="1"/>
          <p:nvPr/>
        </p:nvSpPr>
        <p:spPr>
          <a:xfrm>
            <a:off x="7985012" y="1327284"/>
            <a:ext cx="9281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Vesting Period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56269E-089A-EEFA-C427-6270B7B3B6CE}"/>
              </a:ext>
            </a:extLst>
          </p:cNvPr>
          <p:cNvSpPr/>
          <p:nvPr/>
        </p:nvSpPr>
        <p:spPr>
          <a:xfrm>
            <a:off x="8067336" y="2048279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0.03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6D8E9E-9309-CEBB-09D7-DAACFAC513FC}"/>
              </a:ext>
            </a:extLst>
          </p:cNvPr>
          <p:cNvSpPr txBox="1"/>
          <p:nvPr/>
        </p:nvSpPr>
        <p:spPr>
          <a:xfrm>
            <a:off x="7985012" y="1831217"/>
            <a:ext cx="4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Price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9C15CC-32E3-CE0C-3E73-FB128C8B687B}"/>
              </a:ext>
            </a:extLst>
          </p:cNvPr>
          <p:cNvSpPr/>
          <p:nvPr/>
        </p:nvSpPr>
        <p:spPr>
          <a:xfrm>
            <a:off x="8067336" y="2563097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951D3B-841B-0506-B9A3-D8FBE5D40E81}"/>
              </a:ext>
            </a:extLst>
          </p:cNvPr>
          <p:cNvSpPr txBox="1"/>
          <p:nvPr/>
        </p:nvSpPr>
        <p:spPr>
          <a:xfrm>
            <a:off x="7985012" y="2324261"/>
            <a:ext cx="8395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Promo </a:t>
            </a:r>
            <a:r>
              <a:rPr lang="en-US" sz="800" dirty="0" err="1"/>
              <a:t>COde</a:t>
            </a:r>
            <a:endParaRPr lang="en-US" sz="8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DAA41C-D7A3-05E1-37C9-6D0B8A99F066}"/>
              </a:ext>
            </a:extLst>
          </p:cNvPr>
          <p:cNvSpPr/>
          <p:nvPr/>
        </p:nvSpPr>
        <p:spPr>
          <a:xfrm>
            <a:off x="8067336" y="3057646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324876832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C9F95D-2CFA-E6E7-80A2-A5CB1AEAFC72}"/>
              </a:ext>
            </a:extLst>
          </p:cNvPr>
          <p:cNvSpPr txBox="1"/>
          <p:nvPr/>
        </p:nvSpPr>
        <p:spPr>
          <a:xfrm>
            <a:off x="7985013" y="2840578"/>
            <a:ext cx="749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Total Diam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8EF3F7-5A6F-79B4-322E-C4DE0C8C8BB7}"/>
              </a:ext>
            </a:extLst>
          </p:cNvPr>
          <p:cNvSpPr/>
          <p:nvPr/>
        </p:nvSpPr>
        <p:spPr>
          <a:xfrm>
            <a:off x="8081793" y="3563075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USDT (ERC20)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4AD887-28BF-DE04-98D5-6691492A73D6}"/>
              </a:ext>
            </a:extLst>
          </p:cNvPr>
          <p:cNvSpPr txBox="1"/>
          <p:nvPr/>
        </p:nvSpPr>
        <p:spPr>
          <a:xfrm>
            <a:off x="7999471" y="3367211"/>
            <a:ext cx="11072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Payment Method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FE0499-B327-01CA-2E14-91A03E9D9955}"/>
              </a:ext>
            </a:extLst>
          </p:cNvPr>
          <p:cNvSpPr/>
          <p:nvPr/>
        </p:nvSpPr>
        <p:spPr>
          <a:xfrm>
            <a:off x="8081793" y="4077250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$ 5,000.00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5EBC75-57EA-105F-8BD0-168F7C5F441E}"/>
              </a:ext>
            </a:extLst>
          </p:cNvPr>
          <p:cNvSpPr txBox="1"/>
          <p:nvPr/>
        </p:nvSpPr>
        <p:spPr>
          <a:xfrm>
            <a:off x="7999471" y="3849300"/>
            <a:ext cx="1060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Receiver Address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A7DD2C-281E-04C5-16DB-A67A33AE1042}"/>
              </a:ext>
            </a:extLst>
          </p:cNvPr>
          <p:cNvSpPr/>
          <p:nvPr/>
        </p:nvSpPr>
        <p:spPr>
          <a:xfrm>
            <a:off x="8067336" y="4597913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Editable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A4ACB2-461A-B24B-9D4C-A2B729F5B567}"/>
              </a:ext>
            </a:extLst>
          </p:cNvPr>
          <p:cNvSpPr txBox="1"/>
          <p:nvPr/>
        </p:nvSpPr>
        <p:spPr>
          <a:xfrm>
            <a:off x="7999471" y="4369719"/>
            <a:ext cx="15900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Paymentb</a:t>
            </a:r>
            <a:r>
              <a:rPr lang="en-US" sz="800" dirty="0"/>
              <a:t> Transaction Hash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AAC599-96C3-96C1-9D90-4C12AE84C5C5}"/>
              </a:ext>
            </a:extLst>
          </p:cNvPr>
          <p:cNvSpPr/>
          <p:nvPr/>
        </p:nvSpPr>
        <p:spPr>
          <a:xfrm>
            <a:off x="8067336" y="5079178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USDT 5000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E62752-B39A-7D84-3A36-18EE6157FE4D}"/>
              </a:ext>
            </a:extLst>
          </p:cNvPr>
          <p:cNvSpPr txBox="1"/>
          <p:nvPr/>
        </p:nvSpPr>
        <p:spPr>
          <a:xfrm>
            <a:off x="7999471" y="4874716"/>
            <a:ext cx="8395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Payable Unit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B89E15-43C0-C1E8-7BFF-48F7A4F2B09A}"/>
              </a:ext>
            </a:extLst>
          </p:cNvPr>
          <p:cNvSpPr/>
          <p:nvPr/>
        </p:nvSpPr>
        <p:spPr>
          <a:xfrm>
            <a:off x="8054917" y="5586380"/>
            <a:ext cx="2134626" cy="264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$ 5,000.00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292AAB-29E1-0C99-81C8-FE21CF8BBF55}"/>
              </a:ext>
            </a:extLst>
          </p:cNvPr>
          <p:cNvSpPr txBox="1"/>
          <p:nvPr/>
        </p:nvSpPr>
        <p:spPr>
          <a:xfrm>
            <a:off x="8011413" y="5393183"/>
            <a:ext cx="696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Unit Price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8F8DEA-FA0C-F61E-1734-D106CB154F38}"/>
              </a:ext>
            </a:extLst>
          </p:cNvPr>
          <p:cNvSpPr/>
          <p:nvPr/>
        </p:nvSpPr>
        <p:spPr>
          <a:xfrm>
            <a:off x="8054917" y="6264135"/>
            <a:ext cx="2134626" cy="312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Submit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E44CF71-DFA7-1218-6748-3160198FC300}"/>
              </a:ext>
            </a:extLst>
          </p:cNvPr>
          <p:cNvSpPr/>
          <p:nvPr/>
        </p:nvSpPr>
        <p:spPr>
          <a:xfrm>
            <a:off x="1945823" y="1885269"/>
            <a:ext cx="2321376" cy="3136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4CA605-D1AA-3061-3C6B-5FAFFDA94959}"/>
              </a:ext>
            </a:extLst>
          </p:cNvPr>
          <p:cNvSpPr/>
          <p:nvPr/>
        </p:nvSpPr>
        <p:spPr>
          <a:xfrm>
            <a:off x="1975980" y="1959893"/>
            <a:ext cx="958630" cy="164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Locking Balance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6CD067-8082-070A-9A47-776903BC7240}"/>
              </a:ext>
            </a:extLst>
          </p:cNvPr>
          <p:cNvSpPr/>
          <p:nvPr/>
        </p:nvSpPr>
        <p:spPr>
          <a:xfrm>
            <a:off x="3249717" y="1959893"/>
            <a:ext cx="958630" cy="164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50" dirty="0"/>
              <a:t>$39456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A49C878-B6FE-9EB9-F5BE-52F3F5E0308E}"/>
              </a:ext>
            </a:extLst>
          </p:cNvPr>
          <p:cNvSpPr/>
          <p:nvPr/>
        </p:nvSpPr>
        <p:spPr>
          <a:xfrm>
            <a:off x="1915398" y="366407"/>
            <a:ext cx="576097" cy="5609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105220-4E77-FCB5-F7A6-6019DDFA1EDA}"/>
              </a:ext>
            </a:extLst>
          </p:cNvPr>
          <p:cNvSpPr txBox="1"/>
          <p:nvPr/>
        </p:nvSpPr>
        <p:spPr>
          <a:xfrm>
            <a:off x="2602496" y="413657"/>
            <a:ext cx="1255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UserName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39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78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2023-05-08T12:17:52Z</dcterms:created>
  <dcterms:modified xsi:type="dcterms:W3CDTF">2023-05-08T12:49:53Z</dcterms:modified>
</cp:coreProperties>
</file>